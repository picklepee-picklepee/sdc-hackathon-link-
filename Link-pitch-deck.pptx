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"/>
            <a:ext cx="96012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965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03E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KNOWLEDGE. PASSED ON PROPERLY.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24871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way you work.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34015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i="1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guide to learning it.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77240" y="4709160"/>
            <a:ext cx="89611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turns your company’s SOPs into training people can practise, ask about, and put to work.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31520" y="6080760"/>
            <a:ext cx="10698480" cy="0"/>
          </a:xfrm>
          <a:prstGeom prst="line">
            <a:avLst/>
          </a:prstGeom>
          <a:noFill/>
          <a:ln w="12700">
            <a:solidFill>
              <a:srgbClr val="DCC4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236208"/>
            <a:ext cx="3657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PITCH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2608"/>
            <a:ext cx="621792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5296" y="329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583680" y="356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877824"/>
            <a:ext cx="11091672" cy="0"/>
          </a:xfrm>
          <a:prstGeom prst="line">
            <a:avLst/>
          </a:prstGeom>
          <a:noFill/>
          <a:ln w="12700">
            <a:solidFill>
              <a:srgbClr val="DCC4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170432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Companies have written down how they work.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binder is not a learning system.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94360" y="2999232"/>
            <a:ext cx="3474720" cy="2514600"/>
          </a:xfrm>
          <a:prstGeom prst="rect">
            <a:avLst/>
          </a:prstGeom>
          <a:solidFill>
            <a:srgbClr val="FBF8EE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3246120"/>
            <a:ext cx="2971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is slow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50392" y="3895344"/>
            <a:ext cx="29260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starters shadow busy colleagues and repeat the same questions.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2999232"/>
            <a:ext cx="3474720" cy="2514600"/>
          </a:xfrm>
          <a:prstGeom prst="rect">
            <a:avLst/>
          </a:prstGeom>
          <a:solidFill>
            <a:srgbClr val="FBF8EE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9432" y="3246120"/>
            <a:ext cx="2971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SOPs go unread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4599432" y="3895344"/>
            <a:ext cx="29260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sit in folders and shared drives, disconnected from practice.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0" y="2999232"/>
            <a:ext cx="3474720" cy="2514600"/>
          </a:xfrm>
          <a:prstGeom prst="rect">
            <a:avLst/>
          </a:prstGeom>
          <a:solidFill>
            <a:srgbClr val="FBF8EE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48472" y="3246120"/>
            <a:ext cx="2971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AI can guess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348472" y="3895344"/>
            <a:ext cx="29260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ungrounded answer can be wrong when the details matter.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1792" y="5779008"/>
            <a:ext cx="10789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03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turning written standards into confident, consistent action.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2608"/>
            <a:ext cx="621792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5296" y="329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583680" y="356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877824"/>
            <a:ext cx="11091672" cy="0"/>
          </a:xfrm>
          <a:prstGeom prst="line">
            <a:avLst/>
          </a:prstGeom>
          <a:noFill/>
          <a:ln w="12700">
            <a:solidFill>
              <a:srgbClr val="DCC4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170432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 turns SOPs into a learning path—with answers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can trace to the source.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21792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03E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CURATE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1792" y="3364992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standards teachable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21792" y="4251960"/>
            <a:ext cx="32918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SOPs into one managed knowledge base.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89120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03E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GROUND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0" y="3364992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answers accountable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389120" y="4251960"/>
            <a:ext cx="32918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 draw from approved material and cite the source.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56448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A03E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PRACTISE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56448" y="3364992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confidence by doing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8156448" y="4251960"/>
            <a:ext cx="32918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Modules, quizzes and practice support active learning.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2608"/>
            <a:ext cx="621792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5296" y="329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583680" y="356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877824"/>
            <a:ext cx="11091672" cy="0"/>
          </a:xfrm>
          <a:prstGeom prst="line">
            <a:avLst/>
          </a:prstGeom>
          <a:noFill/>
          <a:ln w="12700">
            <a:solidFill>
              <a:srgbClr val="DCC4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170432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path in for owners—and for new starters.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3E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owners and team leads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309067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1272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3856" y="308152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private workspace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59359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63016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3856" y="358444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SOPs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09651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1330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33856" y="408736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 join code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59943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63600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3856" y="459028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each intern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510235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13892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33856" y="509320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assistant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309360" y="2514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3E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interns and new starters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6309360" y="309067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9360" y="312724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03136" y="308152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with the code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309360" y="359359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363016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03136" y="358444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owner approval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309360" y="409651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41330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803136" y="408736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with modules and quizzes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309360" y="459943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09360" y="463600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803136" y="459028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the work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309360" y="5102352"/>
            <a:ext cx="310896" cy="310896"/>
          </a:xfrm>
          <a:prstGeom prst="ellipse">
            <a:avLst/>
          </a:prstGeom>
          <a:solidFill>
            <a:srgbClr val="662D2B"/>
          </a:solidFill>
          <a:ln w="12700">
            <a:solidFill>
              <a:srgbClr val="662D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09360" y="513892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803136" y="5093208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Ask, then follow the citation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2608"/>
            <a:ext cx="621792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5296" y="329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583680" y="356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LINK FITS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877824"/>
            <a:ext cx="11091672" cy="0"/>
          </a:xfrm>
          <a:prstGeom prst="line">
            <a:avLst/>
          </a:prstGeom>
          <a:noFill/>
          <a:ln w="12700">
            <a:solidFill>
              <a:srgbClr val="DCC4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170432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teams where the details matter.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94360" y="2606040"/>
            <a:ext cx="3474720" cy="2697480"/>
          </a:xfrm>
          <a:prstGeom prst="rect">
            <a:avLst/>
          </a:prstGeom>
          <a:solidFill>
            <a:srgbClr val="E8AD78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662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GUIDE /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41248" y="322783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 line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841248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Culinary SOPs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4480560"/>
            <a:ext cx="2880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safety · delivery receiving · close-down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43400" y="2606040"/>
            <a:ext cx="3474720" cy="2697480"/>
          </a:xfrm>
          <a:prstGeom prst="rect">
            <a:avLst/>
          </a:prstGeom>
          <a:solidFill>
            <a:srgbClr val="CCD5E9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0288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662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GUIDE / 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90288" y="322783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commit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4590288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onboarding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90288" y="4480560"/>
            <a:ext cx="2880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setup · access · first pull request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92440" y="2606040"/>
            <a:ext cx="3474720" cy="2697480"/>
          </a:xfrm>
          <a:prstGeom prst="rect">
            <a:avLst/>
          </a:prstGeom>
          <a:solidFill>
            <a:srgbClr val="DCE0B8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9328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662D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GUIDE / 03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39328" y="322783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support desk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8339328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39328" y="4480560"/>
            <a:ext cx="2880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response · escalation · handover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1792" y="5632704"/>
            <a:ext cx="7315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sample SOPs included: 10 for each domain.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2608"/>
            <a:ext cx="621792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5296" y="329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583680" y="356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LOOK INSIDE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877824"/>
            <a:ext cx="11091672" cy="0"/>
          </a:xfrm>
          <a:prstGeom prst="line">
            <a:avLst/>
          </a:prstGeom>
          <a:noFill/>
          <a:ln w="12700">
            <a:solidFill>
              <a:srgbClr val="DCC4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170432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sample answer. A visible source.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21792" y="2514600"/>
            <a:ext cx="4663440" cy="2880360"/>
          </a:xfrm>
          <a:prstGeom prst="rect">
            <a:avLst/>
          </a:prstGeom>
          <a:solidFill>
            <a:srgbClr val="FBF8EE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743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A03E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SAMPLE  ·  ASK LINK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68680" y="3182112"/>
            <a:ext cx="4069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should I do before signing off at close?”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GROUNDED ANSWER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4297680"/>
            <a:ext cx="406908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sanitise your workstation, store ingredients according to the procedure, then complete the closing checklist.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577840" y="2514600"/>
            <a:ext cx="5943600" cy="2880360"/>
          </a:xfrm>
          <a:prstGeom prst="rect">
            <a:avLst/>
          </a:prstGeom>
          <a:solidFill>
            <a:srgbClr val="F0E9D6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27432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SOP  ·  SAMPLE EXCERPT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70448" y="3200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 close-down procedure · §3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70448" y="3767328"/>
            <a:ext cx="50749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“Clean and sanitise each workstation. Label and store ingredients according to the storage procedure. Complete the closing checklist before signing off.”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5669280"/>
            <a:ext cx="107899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only. Actual answers depend on the approved materials in each workspace.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2608"/>
            <a:ext cx="621792" cy="448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5296" y="329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583680" y="356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AND CONTROL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877824"/>
            <a:ext cx="11091672" cy="0"/>
          </a:xfrm>
          <a:prstGeom prst="line">
            <a:avLst/>
          </a:prstGeom>
          <a:noFill/>
          <a:ln w="12700">
            <a:solidFill>
              <a:srgbClr val="DCC4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5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170432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by workspace. Honest by design.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21792" y="2514600"/>
            <a:ext cx="5349240" cy="1353312"/>
          </a:xfrm>
          <a:prstGeom prst="rect">
            <a:avLst/>
          </a:prstGeom>
          <a:solidFill>
            <a:srgbClr val="FBF8EE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697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answers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77824" y="3200400"/>
            <a:ext cx="47548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uses workspace documents and cites the source SOP.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9632" y="2514600"/>
            <a:ext cx="5349240" cy="1353312"/>
          </a:xfrm>
          <a:prstGeom prst="rect">
            <a:avLst/>
          </a:prstGeom>
          <a:solidFill>
            <a:srgbClr val="FBF8EE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5664" y="2697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 control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55664" y="3200400"/>
            <a:ext cx="47548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approve interns and initiate GPU operations.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4087368"/>
            <a:ext cx="5349240" cy="1353312"/>
          </a:xfrm>
          <a:prstGeom prst="rect">
            <a:avLst/>
          </a:prstGeom>
          <a:solidFill>
            <a:srgbClr val="FBF8EE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4270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invented telemetry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77824" y="4773168"/>
            <a:ext cx="47548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reports what the connected worker actually returns.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99632" y="4087368"/>
            <a:ext cx="5349240" cy="1353312"/>
          </a:xfrm>
          <a:prstGeom prst="rect">
            <a:avLst/>
          </a:prstGeom>
          <a:solidFill>
            <a:srgbClr val="FBF8EE"/>
          </a:solidFill>
          <a:ln w="12700">
            <a:solidFill>
              <a:srgbClr val="DCC4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55664" y="4270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62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Permission-aware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55664" y="4773168"/>
            <a:ext cx="475488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65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access and knowledge scope are enforced server-side.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" y="5833872"/>
            <a:ext cx="10927080" cy="384048"/>
          </a:xfrm>
          <a:prstGeom prst="rect">
            <a:avLst/>
          </a:prstGeom>
          <a:solidFill>
            <a:srgbClr val="EFE4C8"/>
          </a:solidFill>
          <a:ln w="12700">
            <a:solidFill>
              <a:srgbClr val="EFE4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5897880"/>
            <a:ext cx="10515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indexing and fine-tuning are owner-initiated; worker availability is reported honestly.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6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space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02920"/>
            <a:ext cx="77724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5852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49808" y="18288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A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BETTER FIRST DAY STARTS HERE.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49808" y="23774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7F2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what you know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49808" y="321868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7F2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something they can learn.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86384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D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own SOPs, or start with 30 included samples.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5166360"/>
            <a:ext cx="4754880" cy="594360"/>
          </a:xfrm>
          <a:prstGeom prst="rect">
            <a:avLst/>
          </a:prstGeom>
          <a:solidFill>
            <a:srgbClr val="E8AD78"/>
          </a:solidFill>
          <a:ln w="12700">
            <a:solidFill>
              <a:srgbClr val="E8AD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34009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6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PILOT LINK WITH ONE TEAM  →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5961888"/>
            <a:ext cx="9601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E8D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this line with your published app URL before presenting.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 — A guide to learning how you work</dc:title>
  <dc:subject>Product pitch</dc:subject>
  <dc:creator>Link</dc:creator>
  <cp:lastModifiedBy>Link</cp:lastModifiedBy>
  <cp:revision>1</cp:revision>
  <dcterms:created xsi:type="dcterms:W3CDTF">2026-10-23T14:03:39Z</dcterms:created>
  <dcterms:modified xsi:type="dcterms:W3CDTF">2026-10-23T14:03:39Z</dcterms:modified>
</cp:coreProperties>
</file>